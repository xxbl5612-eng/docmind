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80160"/>
            <a:ext cx="54864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DocMind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全场景智能文档处理平台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+ Vite 8  |  FastAPI + PostgreSQL 16  |  DeepSeek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AGI全栈开发大作业 — 功能测试报告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Full-Scenario Intelligent Document Processing Assistant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集文档管理、AI 分析、实时协作、版本控制于一体。支持 10+ 种格式，基于 DeepSeek 大模型提供 6 大智能处理能力。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46888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多格式支持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PDF/DOCX/PPTX/XLSX/MD 等 10+ 种格式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423160"/>
            <a:ext cx="246888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分析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校对、重写、摘要、提取、转换、问答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423160"/>
            <a:ext cx="246888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636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实时协作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协同编辑与权限管理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246888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历史记录、Diff 对比、一键恢复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840480"/>
            <a:ext cx="246888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52044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集成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登录、仓库浏览、文件导入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840480"/>
            <a:ext cx="246888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6364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异步处理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队列，大文档异步处理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功能测试 — 3 种格式 × 6 项能力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 (10KB)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(7.5KB)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18872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(418KB)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6459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上传解析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6459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2,697 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6459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3,007 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6459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2,793 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校对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21031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2,762 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1031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3,041 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21031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2,877 字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摘要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25603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685 字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5603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655 字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25603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733 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0175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重写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0" y="30175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882 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2,422 字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30175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4,276 字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4747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版本管理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60320" y="34747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256032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 版本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4747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466344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 版本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66560" y="34747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676656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 版本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39319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成就系统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60320" y="39319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256032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 枚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63440" y="39319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66344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50 分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766560" y="39319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76656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65 分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全部 18 项测试通过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处理效果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 校对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智能文档助手可高效完成日常办公文档的撰写、编辑与优化工作，适配职场报告、学生作文、工作总结、方案策划等多种场景。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786384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7744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重写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用途：全面检测智能文档处理助手的文本编辑、格式排版、元素渲染、内容处理、智能解析及指令执行等功能的可用性、准确性和稳定性。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786384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56616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摘要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is a comprehensive test plan for an intelligent document processing assistant, covering text editing, formatting, element rendering, content processing, and command execution.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7863840" cy="5120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5120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 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2801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6.0 · Tailwind CSS 4 · React Router 7 · TanStack Query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92808"/>
            <a:ext cx="7863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892808"/>
            <a:ext cx="54864" cy="5120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89280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8928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189280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2.0 · Celery 5 · Redis 7 · JWT (Argon2)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505456"/>
            <a:ext cx="7863840" cy="5120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505456"/>
            <a:ext cx="54864" cy="5120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50545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250545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250545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UUID · TIMESTAMPTZ · JSONB · Alembic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118104"/>
            <a:ext cx="7863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118104"/>
            <a:ext cx="54864" cy="5120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1810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31181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311810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Reasoner · 熔断器 · 速率限制 · 配额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30752"/>
            <a:ext cx="7863840" cy="5120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730752"/>
            <a:ext cx="54864" cy="5120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73075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0" y="373075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373075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兼容对象存储 · 文档/版本/导出管理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343400"/>
            <a:ext cx="7863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343400"/>
            <a:ext cx="54864" cy="5120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3434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11680" y="43434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97680" y="43434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+ Redis + MinIO + API + Worker 一键编排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React 19 Hooks 函数式组件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Vite 8 极速构建 + HMR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Tailwind CSS 4 原子化样式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TanStack Query 5 状态管理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React Router 7 懒加载路由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i18next 中英国际化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16 个可复用 UI 组件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 &amp; 查看器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Landing · Login · 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Dashboard 文档管理中心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DocumentEditor 编辑器+AI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VersionHistory 版本+Diff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Collaboration 协作管理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AdminDashboard 管理后台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GitHubImport 代码导入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Viewer: PDF·PPTX·Image·Text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后端与数据库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后端服务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10 组 REST API 路由模块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8 个业务服务层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49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WebSocket 实时协作端点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96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Celery 异步任务队列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JWT 双令牌认证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四级用户权限体系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Redis 多层缓存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数据模型 (16 张表)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users · refresh_tokens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documents · document_versions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249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collaboration_sessions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596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collaborators · invitations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ai_processing_jobs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operation_logs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tier_definitions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986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enterprise_api_keys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4334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cache_invalidation_keys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4681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oauth_accounts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项目总结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数据模型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18/18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测试通过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测试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9494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文档格式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DocMind — 全场景智能文档处理平台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✦ PostgreSQL 16 ✦ FastAPI ✦ DeepSeek AI ✦ Docker Compose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DocMind — 智能文档处理平台</dc:title>
  <dc:subject>PptxGenJS Presentation</dc:subject>
  <dc:creator>DocMind Team</dc:creator>
  <cp:lastModifiedBy>DocMind Team</cp:lastModifiedBy>
  <cp:revision>1</cp:revision>
  <dcterms:created xsi:type="dcterms:W3CDTF">2026-06-04T17:15:55Z</dcterms:created>
  <dcterms:modified xsi:type="dcterms:W3CDTF">2026-06-04T17:15:55Z</dcterms:modified>
</cp:coreProperties>
</file>