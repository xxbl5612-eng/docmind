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280160"/>
            <a:ext cx="54864" cy="21945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28016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DocMind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全场景智能文档处理平台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26060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19 + Vite 8  |  FastAPI + PostgreSQL 16  |  DeepSeek 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AGI全栈开发大作业汇报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项目概述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Full-Scenario Intelligent Document Processing Assistant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DocMind 面向企业办公场景，集文档管理、AI 分析、实时協作、版本控制于一体。支持 10+ 种文件格式，基于 DeepSeek 大模型提供 6 大智能处理能力。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468880" cy="1417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6243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29900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多格式支持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PDF/DOCX/PPTX/XLSX 等 10+ 种格式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2514600"/>
            <a:ext cx="2468880" cy="1417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26243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29000" y="29900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智能分析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42900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校对、重写、摘要、提取、转换、问答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2514600"/>
            <a:ext cx="2468880" cy="1417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0" y="262432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080760" y="29900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实时協作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080760" y="32918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多人协同编辑与权限管理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096512"/>
            <a:ext cx="2468880" cy="1417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2062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版本控制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77240" y="48737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完整历史记录、Diff 对比、一键恢复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4096512"/>
            <a:ext cx="2468880" cy="1417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291840" y="42062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42900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集成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429000" y="48737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登录、仓库浏览、文件导入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4096512"/>
            <a:ext cx="2468880" cy="1417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0" y="42062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08076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异步处理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080760" y="48737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Celery 分布式队列，大文档异步处理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80160"/>
            <a:ext cx="7863840" cy="51206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80160"/>
            <a:ext cx="54864" cy="5120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28016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011680" y="128016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Vite 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28016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6.0 · Tailwind CSS 4 · React Router 7 · TanStack Query 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1892808"/>
            <a:ext cx="78638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1892808"/>
            <a:ext cx="54864" cy="5120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1892808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11680" y="189280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FastAPI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189280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2.0 · Celery 5 · Redis 7 · JWT (Argon2)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505456"/>
            <a:ext cx="7863840" cy="51206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2505456"/>
            <a:ext cx="54864" cy="5120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250545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11680" y="25054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297680" y="250545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UUID · TIMESTAMPTZ · JSONB · asyncpg 驱动 · Alembic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18104"/>
            <a:ext cx="78638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118104"/>
            <a:ext cx="54864" cy="5120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118104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引擎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011680" y="311810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11810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DeepSeek-Chat · DeepSeek-Reasoner · 熔断器 · 速率限制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730752"/>
            <a:ext cx="7863840" cy="51206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" y="3730752"/>
            <a:ext cx="54864" cy="5120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373075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存储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11680" y="373075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297680" y="3730752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兼容 · 文档/版本/导出统一管理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343400"/>
            <a:ext cx="78638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40080" y="4343400"/>
            <a:ext cx="54864" cy="5120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434340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011680" y="434340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297680" y="4343400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Redis + MinIO + API + Worker 一键编排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核心功能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234440"/>
            <a:ext cx="25603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234440"/>
            <a:ext cx="256032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文档处理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多格式上传与解析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24505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元数据与标签管理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29809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全文检索与预览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多格式导出 (PDF/Word/MD)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68680" y="40416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拖拽上传 + 文件夹组织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429000" y="1234440"/>
            <a:ext cx="25603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29000" y="1234440"/>
            <a:ext cx="256032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361188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能力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智能校对（拼写/语法/风格）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57600" y="24505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内容重写（语气/受众/篇幅）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657600" y="29809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自动摘要（短/中/长/要点）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57600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信息提取（实体/表格/关键值）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57600" y="40416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格式转换（7种格式互转）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1234440"/>
            <a:ext cx="2560320" cy="3520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17920" y="1234440"/>
            <a:ext cx="2560320" cy="457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1417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協作与集成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实时 WebSocket 协同编辑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46520" y="24505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版本历史与 Diff 对比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46520" y="29809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三级权限（Owner/Edit/View）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446520" y="351129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GitHub OAuth 一键登录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46520" y="40416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GitHub 仓库文件直接导入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前端架构 — React 19 + Vite 8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技术架构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React 19 + Hooks 函数式组件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1984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Vite 8 极速构建 + HMR 热更新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3682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Tailwind CSS 4 原子化样式系统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752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TanStack Query 5 服务端状态管理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136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React Router 7 懒加载路由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5204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i18next 中英文国际化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39044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16 个可复用 UI 组件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页面与查看器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6002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Landing · Login · Register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0" y="1984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Dashboard（文档管理+上传）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0" y="23682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DocumentEditor（编辑器+AI面板）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0" y="2752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VersionHistory（版本列表+Diff）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0" y="3136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Collaboration（会话+邀请+权限）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0" y="35204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AdminDashboard · Settings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0" y="39044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AuthCallback · GitHubImport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0" y="42885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Viewers: PDF · PPTX · Image · Text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后端与数据库 — FastAPI + PostgreSQL 16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后端服务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10 组 REST API 路由模块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947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8 个业务服务层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2951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WebSocket 实时協作端点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642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Celery 异步任务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9900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JWT 双令牌认证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四级用户权限体系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685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Redis 多层缓存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数据模型（16 张表）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users · refresh_tokens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1947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documents · document_versions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22951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operation_logs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4261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collaboration_sessions · collaborators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9900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collaboration_invitations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ai_processing_jobs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36850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tier_definitions · enterprise_api_keys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403250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cache_invalidation_keys · oauth_accounts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技术亮点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91440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188720"/>
            <a:ext cx="3886200" cy="11430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88720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325880"/>
            <a:ext cx="96012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Hooks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171907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函数式组件 + Vite 8 HMR + Tailwind 原子化样式，首屏加载 &lt; 1s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3886200" cy="11430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88720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325880"/>
            <a:ext cx="96012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3258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8932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Query 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声明式服务端状态管理，自动缓存/失效/重取，staleTime 30s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2532888"/>
            <a:ext cx="3886200" cy="11430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4360" y="2532888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2670048"/>
            <a:ext cx="96012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26700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920240" y="26426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双令牌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306324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15min + Refresh 30天，Argon2 密码哈希，自动续期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2532888"/>
            <a:ext cx="3886200" cy="11430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2532888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Shape 23"/>
          <p:cNvSpPr/>
          <p:nvPr/>
        </p:nvSpPr>
        <p:spPr>
          <a:xfrm>
            <a:off x="4892040" y="2670048"/>
            <a:ext cx="96012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4892040" y="2670048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89320" y="26426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92040" y="306324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UUID 主键，JSONB 文档存储，TIMESTAMPTZ 时区感知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3877056"/>
            <a:ext cx="3886200" cy="11430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94360" y="3877056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" y="4014216"/>
            <a:ext cx="96012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01421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920240" y="39867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2.0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440740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全异步查询引擎，声明式模型，Alembic 版本化迁移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877056"/>
            <a:ext cx="3886200" cy="11430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877056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2040" y="4014216"/>
            <a:ext cx="96012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2040" y="4014216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89320" y="39867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Celery + Redis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892040" y="440740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大文档异步 AI 处理，chord/group 并发编排，实时进度反馈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项目总结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1371600" cy="36576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数据模型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0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274320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路由模块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84632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前端页面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49440" y="1554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949440" y="2286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文档查看器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DocMind — 全场景智能文档处理平台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驱动的文档管理 · 实时協作 · 版本控制 · GitHub 集成 · 多格式支持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19 ✦ PostgreSQL 16 ✦ FastAPI ✦ DeepSeek AI ✦ Docker Compose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2563E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DocMind</dc:title>
  <dc:subject>PptxGenJS Presentation</dc:subject>
  <dc:creator>DocMind Team</dc:creator>
  <cp:lastModifiedBy>DocMind Team</cp:lastModifiedBy>
  <cp:revision>1</cp:revision>
  <dcterms:created xsi:type="dcterms:W3CDTF">2026-06-04T15:49:05Z</dcterms:created>
  <dcterms:modified xsi:type="dcterms:W3CDTF">2026-06-04T15:49:05Z</dcterms:modified>
</cp:coreProperties>
</file>